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2026-10-02T09:30:37.450194Z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fdc944175656e3567c40a90e7e7105c6caa1185e1aa84ea1cf51b5279242cfb7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2026-10-02T09:30:37.450194Z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