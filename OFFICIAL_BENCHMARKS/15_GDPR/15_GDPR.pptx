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2026-10-02T09:30:38.983170Z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cfa0def38988d22c91f18cb2784bd3c19579165dab76920685c84756a6702ca4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2026-10-02T09:30:38.983170Z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