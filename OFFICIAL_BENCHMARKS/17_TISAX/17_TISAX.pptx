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2026-10-02T09:30:39.325483Z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154a4e7f668e6675b2280bf03e9114f513fc8f19b9bde2a0a403df2d2f4138e1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2026-10-02T09:30:39.325483Z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