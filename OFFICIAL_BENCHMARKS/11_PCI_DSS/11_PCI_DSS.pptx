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2026-10-02T09:30:38.186876Z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4f2192a1c69866fb013d34b4b98d27d22d9fffc91fe6fa72b28c58cf4d021e0f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2026-10-02T09:30:38.186876Z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