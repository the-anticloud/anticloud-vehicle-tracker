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2026-10-02T09:30:37.789624Z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84d0cec4a5cf0e64bca4de6a7c88ea58e2c76138df27c3e99ce13d40ecd89085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2026-10-02T09:30:37.789624Z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